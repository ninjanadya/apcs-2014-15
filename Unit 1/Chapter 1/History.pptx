
<file path=[Content_Types].xml><?xml version="1.0" encoding="utf-8"?>
<Types xmlns="http://schemas.openxmlformats.org/package/2006/content-types">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4"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p: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5" name="Google Shape;2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g3b985d42c_1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1" name="Google Shape;31;g3b985d42c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g3b985d42c_1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7" name="Google Shape;37;g3b985d42c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g3b985d42c_11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3" name="Google Shape;43;g3b985d42c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g3b985d42c_11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9" name="Google Shape;49;g3b985d42c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g3b985d42c_12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5" name="Google Shape;55;g3b985d42c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3b985d42c_13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3b985d42c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b985d42c_12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b985d42c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b985d42c_13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b985d42c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685800" y="1583342"/>
            <a:ext cx="7772400" cy="1159856"/>
          </a:xfrm>
          <a:prstGeom prst="rect">
            <a:avLst/>
          </a:prstGeom>
        </p:spPr>
        <p:txBody>
          <a:bodyPr anchorCtr="0" anchor="b" bIns="91425" lIns="91425" spcFirstLastPara="1" rIns="91425" wrap="square" tIns="91425">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0" name="Google Shape;10;p2"/>
          <p:cNvSpPr txBox="1"/>
          <p:nvPr>
            <p:ph idx="1" type="subTitle"/>
          </p:nvPr>
        </p:nvSpPr>
        <p:spPr>
          <a:xfrm>
            <a:off x="685800" y="2840054"/>
            <a:ext cx="7772400" cy="784738"/>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2"/>
              </a:buClr>
              <a:buSzPts val="3000"/>
              <a:buNone/>
              <a:defRPr>
                <a:solidFill>
                  <a:schemeClr val="dk2"/>
                </a:solidFill>
              </a:defRPr>
            </a:lvl1pPr>
            <a:lvl2pPr lvl="1" algn="ctr">
              <a:spcBef>
                <a:spcPts val="0"/>
              </a:spcBef>
              <a:spcAft>
                <a:spcPts val="0"/>
              </a:spcAft>
              <a:buClr>
                <a:schemeClr val="dk2"/>
              </a:buClr>
              <a:buSzPts val="3000"/>
              <a:buNone/>
              <a:defRPr sz="3000">
                <a:solidFill>
                  <a:schemeClr val="dk2"/>
                </a:solidFill>
              </a:defRPr>
            </a:lvl2pPr>
            <a:lvl3pPr lvl="2" algn="ctr">
              <a:spcBef>
                <a:spcPts val="0"/>
              </a:spcBef>
              <a:spcAft>
                <a:spcPts val="0"/>
              </a:spcAft>
              <a:buClr>
                <a:schemeClr val="dk2"/>
              </a:buClr>
              <a:buSzPts val="3000"/>
              <a:buNone/>
              <a:defRPr sz="3000">
                <a:solidFill>
                  <a:schemeClr val="dk2"/>
                </a:solidFill>
              </a:defRPr>
            </a:lvl3pPr>
            <a:lvl4pPr lvl="3" algn="ctr">
              <a:spcBef>
                <a:spcPts val="0"/>
              </a:spcBef>
              <a:spcAft>
                <a:spcPts val="0"/>
              </a:spcAft>
              <a:buClr>
                <a:schemeClr val="dk2"/>
              </a:buClr>
              <a:buSzPts val="3000"/>
              <a:buNone/>
              <a:defRPr sz="3000">
                <a:solidFill>
                  <a:schemeClr val="dk2"/>
                </a:solidFill>
              </a:defRPr>
            </a:lvl4pPr>
            <a:lvl5pPr lvl="4" algn="ctr">
              <a:spcBef>
                <a:spcPts val="0"/>
              </a:spcBef>
              <a:spcAft>
                <a:spcPts val="0"/>
              </a:spcAft>
              <a:buClr>
                <a:schemeClr val="dk2"/>
              </a:buClr>
              <a:buSzPts val="3000"/>
              <a:buNone/>
              <a:defRPr sz="3000">
                <a:solidFill>
                  <a:schemeClr val="dk2"/>
                </a:solidFill>
              </a:defRPr>
            </a:lvl5pPr>
            <a:lvl6pPr lvl="5" algn="ctr">
              <a:spcBef>
                <a:spcPts val="0"/>
              </a:spcBef>
              <a:spcAft>
                <a:spcPts val="0"/>
              </a:spcAft>
              <a:buClr>
                <a:schemeClr val="dk2"/>
              </a:buClr>
              <a:buSzPts val="3000"/>
              <a:buNone/>
              <a:defRPr sz="3000">
                <a:solidFill>
                  <a:schemeClr val="dk2"/>
                </a:solidFill>
              </a:defRPr>
            </a:lvl6pPr>
            <a:lvl7pPr lvl="6" algn="ctr">
              <a:spcBef>
                <a:spcPts val="0"/>
              </a:spcBef>
              <a:spcAft>
                <a:spcPts val="0"/>
              </a:spcAft>
              <a:buClr>
                <a:schemeClr val="dk2"/>
              </a:buClr>
              <a:buSzPts val="3000"/>
              <a:buNone/>
              <a:defRPr sz="3000">
                <a:solidFill>
                  <a:schemeClr val="dk2"/>
                </a:solidFill>
              </a:defRPr>
            </a:lvl7pPr>
            <a:lvl8pPr lvl="7" algn="ctr">
              <a:spcBef>
                <a:spcPts val="0"/>
              </a:spcBef>
              <a:spcAft>
                <a:spcPts val="0"/>
              </a:spcAft>
              <a:buClr>
                <a:schemeClr val="dk2"/>
              </a:buClr>
              <a:buSzPts val="3000"/>
              <a:buNone/>
              <a:defRPr sz="3000">
                <a:solidFill>
                  <a:schemeClr val="dk2"/>
                </a:solidFill>
              </a:defRPr>
            </a:lvl8pPr>
            <a:lvl9pPr lvl="8" algn="ctr">
              <a:spcBef>
                <a:spcPts val="0"/>
              </a:spcBef>
              <a:spcAft>
                <a:spcPts val="0"/>
              </a:spcAft>
              <a:buClr>
                <a:schemeClr val="dk2"/>
              </a:buClr>
              <a:buSzPts val="3000"/>
              <a:buNone/>
              <a:defRPr sz="3000">
                <a:solidFill>
                  <a:schemeClr val="dk2"/>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 name="Shape 11"/>
        <p:cNvGrpSpPr/>
        <p:nvPr/>
      </p:nvGrpSpPr>
      <p:grpSpPr>
        <a:xfrm>
          <a:off x="0" y="0"/>
          <a:ext cx="0" cy="0"/>
          <a:chOff x="0" y="0"/>
          <a:chExt cx="0" cy="0"/>
        </a:xfrm>
      </p:grpSpPr>
      <p:sp>
        <p:nvSpPr>
          <p:cNvPr id="12" name="Google Shape;12;p3"/>
          <p:cNvSpPr txBox="1"/>
          <p:nvPr>
            <p:ph type="title"/>
          </p:nvPr>
        </p:nvSpPr>
        <p:spPr>
          <a:xfrm>
            <a:off x="457200" y="205978"/>
            <a:ext cx="8229600" cy="857250"/>
          </a:xfrm>
          <a:prstGeom prst="rect">
            <a:avLst/>
          </a:prstGeom>
        </p:spPr>
        <p:txBody>
          <a:bodyPr anchorCtr="0" anchor="b"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13" name="Google Shape;13;p3"/>
          <p:cNvSpPr txBox="1"/>
          <p:nvPr>
            <p:ph idx="1" type="body"/>
          </p:nvPr>
        </p:nvSpPr>
        <p:spPr>
          <a:xfrm>
            <a:off x="457200" y="1200150"/>
            <a:ext cx="8229600" cy="3725681"/>
          </a:xfrm>
          <a:prstGeom prst="rect">
            <a:avLst/>
          </a:prstGeom>
        </p:spPr>
        <p:txBody>
          <a:bodyPr anchorCtr="0" anchor="t" bIns="91425" lIns="91425" spcFirstLastPara="1" rIns="91425" wrap="square" tIns="91425">
            <a:noAutofit/>
          </a:bodyPr>
          <a:lstStyle>
            <a:lvl1pPr indent="-419100" lvl="0" marL="457200">
              <a:spcBef>
                <a:spcPts val="600"/>
              </a:spcBef>
              <a:spcAft>
                <a:spcPts val="0"/>
              </a:spcAft>
              <a:buSzPts val="3000"/>
              <a:buChar char="●"/>
              <a:defRPr/>
            </a:lvl1pPr>
            <a:lvl2pPr indent="-381000" lvl="1" marL="914400">
              <a:spcBef>
                <a:spcPts val="0"/>
              </a:spcBef>
              <a:spcAft>
                <a:spcPts val="0"/>
              </a:spcAft>
              <a:buSzPts val="2400"/>
              <a:buChar char="○"/>
              <a:defRPr/>
            </a:lvl2pPr>
            <a:lvl3pPr indent="-381000" lvl="2" marL="1371600">
              <a:spcBef>
                <a:spcPts val="0"/>
              </a:spcBef>
              <a:spcAft>
                <a:spcPts val="0"/>
              </a:spcAft>
              <a:buSzPts val="24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4" name="Shape 14"/>
        <p:cNvGrpSpPr/>
        <p:nvPr/>
      </p:nvGrpSpPr>
      <p:grpSpPr>
        <a:xfrm>
          <a:off x="0" y="0"/>
          <a:ext cx="0" cy="0"/>
          <a:chOff x="0" y="0"/>
          <a:chExt cx="0" cy="0"/>
        </a:xfrm>
      </p:grpSpPr>
      <p:sp>
        <p:nvSpPr>
          <p:cNvPr id="15" name="Google Shape;15;p4"/>
          <p:cNvSpPr txBox="1"/>
          <p:nvPr>
            <p:ph type="title"/>
          </p:nvPr>
        </p:nvSpPr>
        <p:spPr>
          <a:xfrm>
            <a:off x="457200" y="205978"/>
            <a:ext cx="8229600" cy="857250"/>
          </a:xfrm>
          <a:prstGeom prst="rect">
            <a:avLst/>
          </a:prstGeom>
        </p:spPr>
        <p:txBody>
          <a:bodyPr anchorCtr="0" anchor="b"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16" name="Google Shape;16;p4"/>
          <p:cNvSpPr txBox="1"/>
          <p:nvPr>
            <p:ph idx="1" type="body"/>
          </p:nvPr>
        </p:nvSpPr>
        <p:spPr>
          <a:xfrm>
            <a:off x="457200" y="1200150"/>
            <a:ext cx="3994526" cy="3725681"/>
          </a:xfrm>
          <a:prstGeom prst="rect">
            <a:avLst/>
          </a:prstGeom>
        </p:spPr>
        <p:txBody>
          <a:bodyPr anchorCtr="0" anchor="t" bIns="91425" lIns="91425" spcFirstLastPara="1" rIns="91425" wrap="square" tIns="91425">
            <a:noAutofit/>
          </a:bodyPr>
          <a:lstStyle>
            <a:lvl1pPr indent="-419100" lvl="0" marL="457200">
              <a:spcBef>
                <a:spcPts val="600"/>
              </a:spcBef>
              <a:spcAft>
                <a:spcPts val="0"/>
              </a:spcAft>
              <a:buSzPts val="3000"/>
              <a:buChar char="●"/>
              <a:defRPr/>
            </a:lvl1pPr>
            <a:lvl2pPr indent="-381000" lvl="1" marL="914400">
              <a:spcBef>
                <a:spcPts val="0"/>
              </a:spcBef>
              <a:spcAft>
                <a:spcPts val="0"/>
              </a:spcAft>
              <a:buSzPts val="2400"/>
              <a:buChar char="○"/>
              <a:defRPr/>
            </a:lvl2pPr>
            <a:lvl3pPr indent="-381000" lvl="2" marL="1371600">
              <a:spcBef>
                <a:spcPts val="0"/>
              </a:spcBef>
              <a:spcAft>
                <a:spcPts val="0"/>
              </a:spcAft>
              <a:buSzPts val="24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7" name="Google Shape;17;p4"/>
          <p:cNvSpPr txBox="1"/>
          <p:nvPr>
            <p:ph idx="2" type="body"/>
          </p:nvPr>
        </p:nvSpPr>
        <p:spPr>
          <a:xfrm>
            <a:off x="4692274" y="1200150"/>
            <a:ext cx="3994526" cy="3725681"/>
          </a:xfrm>
          <a:prstGeom prst="rect">
            <a:avLst/>
          </a:prstGeom>
        </p:spPr>
        <p:txBody>
          <a:bodyPr anchorCtr="0" anchor="t" bIns="91425" lIns="91425" spcFirstLastPara="1" rIns="91425" wrap="square" tIns="91425">
            <a:noAutofit/>
          </a:bodyPr>
          <a:lstStyle>
            <a:lvl1pPr indent="-419100" lvl="0" marL="457200">
              <a:spcBef>
                <a:spcPts val="600"/>
              </a:spcBef>
              <a:spcAft>
                <a:spcPts val="0"/>
              </a:spcAft>
              <a:buSzPts val="3000"/>
              <a:buChar char="●"/>
              <a:defRPr/>
            </a:lvl1pPr>
            <a:lvl2pPr indent="-381000" lvl="1" marL="914400">
              <a:spcBef>
                <a:spcPts val="0"/>
              </a:spcBef>
              <a:spcAft>
                <a:spcPts val="0"/>
              </a:spcAft>
              <a:buSzPts val="2400"/>
              <a:buChar char="○"/>
              <a:defRPr/>
            </a:lvl2pPr>
            <a:lvl3pPr indent="-381000" lvl="2" marL="1371600">
              <a:spcBef>
                <a:spcPts val="0"/>
              </a:spcBef>
              <a:spcAft>
                <a:spcPts val="0"/>
              </a:spcAft>
              <a:buSzPts val="24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8" name="Shape 18"/>
        <p:cNvGrpSpPr/>
        <p:nvPr/>
      </p:nvGrpSpPr>
      <p:grpSpPr>
        <a:xfrm>
          <a:off x="0" y="0"/>
          <a:ext cx="0" cy="0"/>
          <a:chOff x="0" y="0"/>
          <a:chExt cx="0" cy="0"/>
        </a:xfrm>
      </p:grpSpPr>
      <p:sp>
        <p:nvSpPr>
          <p:cNvPr id="19" name="Google Shape;19;p5"/>
          <p:cNvSpPr txBox="1"/>
          <p:nvPr>
            <p:ph type="title"/>
          </p:nvPr>
        </p:nvSpPr>
        <p:spPr>
          <a:xfrm>
            <a:off x="457200" y="205978"/>
            <a:ext cx="8229600" cy="857250"/>
          </a:xfrm>
          <a:prstGeom prst="rect">
            <a:avLst/>
          </a:prstGeom>
        </p:spPr>
        <p:txBody>
          <a:bodyPr anchorCtr="0" anchor="b"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0" name="Shape 20"/>
        <p:cNvGrpSpPr/>
        <p:nvPr/>
      </p:nvGrpSpPr>
      <p:grpSpPr>
        <a:xfrm>
          <a:off x="0" y="0"/>
          <a:ext cx="0" cy="0"/>
          <a:chOff x="0" y="0"/>
          <a:chExt cx="0" cy="0"/>
        </a:xfrm>
      </p:grpSpPr>
      <p:sp>
        <p:nvSpPr>
          <p:cNvPr id="21" name="Google Shape;21;p6"/>
          <p:cNvSpPr txBox="1"/>
          <p:nvPr>
            <p:ph idx="1" type="body"/>
          </p:nvPr>
        </p:nvSpPr>
        <p:spPr>
          <a:xfrm>
            <a:off x="457200" y="4406309"/>
            <a:ext cx="8229600" cy="519520"/>
          </a:xfrm>
          <a:prstGeom prst="rect">
            <a:avLst/>
          </a:prstGeom>
        </p:spPr>
        <p:txBody>
          <a:bodyPr anchorCtr="0" anchor="t" bIns="91425" lIns="91425" spcFirstLastPara="1" rIns="91425" wrap="square" tIns="91425">
            <a:noAutofit/>
          </a:bodyPr>
          <a:lstStyle>
            <a:lvl1pPr indent="-228600" lvl="0" marL="457200" algn="ctr">
              <a:spcBef>
                <a:spcPts val="360"/>
              </a:spcBef>
              <a:spcAft>
                <a:spcPts val="0"/>
              </a:spcAft>
              <a:buSzPts val="1800"/>
              <a:buNone/>
              <a:defRPr sz="1800"/>
            </a:lvl1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2" name="Shape 2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05978"/>
            <a:ext cx="8229600" cy="85725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Clr>
                <a:schemeClr val="dk1"/>
              </a:buClr>
              <a:buSzPts val="3600"/>
              <a:buNone/>
              <a:defRPr b="1" sz="3600">
                <a:solidFill>
                  <a:schemeClr val="dk1"/>
                </a:solidFill>
              </a:defRPr>
            </a:lvl1pPr>
            <a:lvl2pPr lvl="1">
              <a:spcBef>
                <a:spcPts val="0"/>
              </a:spcBef>
              <a:spcAft>
                <a:spcPts val="0"/>
              </a:spcAft>
              <a:buClr>
                <a:schemeClr val="dk1"/>
              </a:buClr>
              <a:buSzPts val="3600"/>
              <a:buNone/>
              <a:defRPr b="1" sz="3600">
                <a:solidFill>
                  <a:schemeClr val="dk1"/>
                </a:solidFill>
              </a:defRPr>
            </a:lvl2pPr>
            <a:lvl3pPr lvl="2">
              <a:spcBef>
                <a:spcPts val="0"/>
              </a:spcBef>
              <a:spcAft>
                <a:spcPts val="0"/>
              </a:spcAft>
              <a:buClr>
                <a:schemeClr val="dk1"/>
              </a:buClr>
              <a:buSzPts val="3600"/>
              <a:buNone/>
              <a:defRPr b="1" sz="3600">
                <a:solidFill>
                  <a:schemeClr val="dk1"/>
                </a:solidFill>
              </a:defRPr>
            </a:lvl3pPr>
            <a:lvl4pPr lvl="3">
              <a:spcBef>
                <a:spcPts val="0"/>
              </a:spcBef>
              <a:spcAft>
                <a:spcPts val="0"/>
              </a:spcAft>
              <a:buClr>
                <a:schemeClr val="dk1"/>
              </a:buClr>
              <a:buSzPts val="3600"/>
              <a:buNone/>
              <a:defRPr b="1" sz="3600">
                <a:solidFill>
                  <a:schemeClr val="dk1"/>
                </a:solidFill>
              </a:defRPr>
            </a:lvl4pPr>
            <a:lvl5pPr lvl="4">
              <a:spcBef>
                <a:spcPts val="0"/>
              </a:spcBef>
              <a:spcAft>
                <a:spcPts val="0"/>
              </a:spcAft>
              <a:buClr>
                <a:schemeClr val="dk1"/>
              </a:buClr>
              <a:buSzPts val="3600"/>
              <a:buNone/>
              <a:defRPr b="1" sz="3600">
                <a:solidFill>
                  <a:schemeClr val="dk1"/>
                </a:solidFill>
              </a:defRPr>
            </a:lvl5pPr>
            <a:lvl6pPr lvl="5">
              <a:spcBef>
                <a:spcPts val="0"/>
              </a:spcBef>
              <a:spcAft>
                <a:spcPts val="0"/>
              </a:spcAft>
              <a:buClr>
                <a:schemeClr val="dk1"/>
              </a:buClr>
              <a:buSzPts val="3600"/>
              <a:buNone/>
              <a:defRPr b="1" sz="3600">
                <a:solidFill>
                  <a:schemeClr val="dk1"/>
                </a:solidFill>
              </a:defRPr>
            </a:lvl6pPr>
            <a:lvl7pPr lvl="6">
              <a:spcBef>
                <a:spcPts val="0"/>
              </a:spcBef>
              <a:spcAft>
                <a:spcPts val="0"/>
              </a:spcAft>
              <a:buClr>
                <a:schemeClr val="dk1"/>
              </a:buClr>
              <a:buSzPts val="3600"/>
              <a:buNone/>
              <a:defRPr b="1" sz="3600">
                <a:solidFill>
                  <a:schemeClr val="dk1"/>
                </a:solidFill>
              </a:defRPr>
            </a:lvl7pPr>
            <a:lvl8pPr lvl="7">
              <a:spcBef>
                <a:spcPts val="0"/>
              </a:spcBef>
              <a:spcAft>
                <a:spcPts val="0"/>
              </a:spcAft>
              <a:buClr>
                <a:schemeClr val="dk1"/>
              </a:buClr>
              <a:buSzPts val="3600"/>
              <a:buNone/>
              <a:defRPr b="1" sz="3600">
                <a:solidFill>
                  <a:schemeClr val="dk1"/>
                </a:solidFill>
              </a:defRPr>
            </a:lvl8pPr>
            <a:lvl9pPr lvl="8">
              <a:spcBef>
                <a:spcPts val="0"/>
              </a:spcBef>
              <a:spcAft>
                <a:spcPts val="0"/>
              </a:spcAft>
              <a:buClr>
                <a:schemeClr val="dk1"/>
              </a:buClr>
              <a:buSzPts val="3600"/>
              <a:buNone/>
              <a:defRPr b="1" sz="3600">
                <a:solidFill>
                  <a:schemeClr val="dk1"/>
                </a:solidFill>
              </a:defRPr>
            </a:lvl9pPr>
          </a:lstStyle>
          <a:p/>
        </p:txBody>
      </p:sp>
      <p:sp>
        <p:nvSpPr>
          <p:cNvPr id="7" name="Google Shape;7;p1"/>
          <p:cNvSpPr txBox="1"/>
          <p:nvPr>
            <p:ph idx="1" type="body"/>
          </p:nvPr>
        </p:nvSpPr>
        <p:spPr>
          <a:xfrm>
            <a:off x="457200" y="1200150"/>
            <a:ext cx="8229600" cy="3725681"/>
          </a:xfrm>
          <a:prstGeom prst="rect">
            <a:avLst/>
          </a:prstGeom>
          <a:noFill/>
          <a:ln>
            <a:noFill/>
          </a:ln>
        </p:spPr>
        <p:txBody>
          <a:bodyPr anchorCtr="0" anchor="t" bIns="91425" lIns="91425" spcFirstLastPara="1" rIns="91425" wrap="square" tIns="91425">
            <a:noAutofit/>
          </a:bodyPr>
          <a:lstStyle>
            <a:lvl1pPr indent="-419100" lvl="0" marL="457200">
              <a:spcBef>
                <a:spcPts val="600"/>
              </a:spcBef>
              <a:spcAft>
                <a:spcPts val="0"/>
              </a:spcAft>
              <a:buClr>
                <a:schemeClr val="dk1"/>
              </a:buClr>
              <a:buSzPts val="3000"/>
              <a:buChar char="●"/>
              <a:defRPr sz="3000">
                <a:solidFill>
                  <a:schemeClr val="dk1"/>
                </a:solidFill>
              </a:defRPr>
            </a:lvl1pPr>
            <a:lvl2pPr indent="-381000" lvl="1" marL="914400">
              <a:spcBef>
                <a:spcPts val="0"/>
              </a:spcBef>
              <a:spcAft>
                <a:spcPts val="0"/>
              </a:spcAft>
              <a:buClr>
                <a:schemeClr val="dk1"/>
              </a:buClr>
              <a:buSzPts val="2400"/>
              <a:buChar char="○"/>
              <a:defRPr sz="2400">
                <a:solidFill>
                  <a:schemeClr val="dk1"/>
                </a:solidFill>
              </a:defRPr>
            </a:lvl2pPr>
            <a:lvl3pPr indent="-381000" lvl="2" marL="1371600">
              <a:spcBef>
                <a:spcPts val="0"/>
              </a:spcBef>
              <a:spcAft>
                <a:spcPts val="0"/>
              </a:spcAft>
              <a:buClr>
                <a:schemeClr val="dk1"/>
              </a:buClr>
              <a:buSzPts val="2400"/>
              <a:buChar char="■"/>
              <a:defRPr sz="2400">
                <a:solidFill>
                  <a:schemeClr val="dk1"/>
                </a:solidFill>
              </a:defRPr>
            </a:lvl3pPr>
            <a:lvl4pPr indent="-342900" lvl="3" marL="1828800">
              <a:spcBef>
                <a:spcPts val="0"/>
              </a:spcBef>
              <a:spcAft>
                <a:spcPts val="0"/>
              </a:spcAft>
              <a:buClr>
                <a:schemeClr val="dk1"/>
              </a:buClr>
              <a:buSzPts val="1800"/>
              <a:buChar char="●"/>
              <a:defRPr sz="1800">
                <a:solidFill>
                  <a:schemeClr val="dk1"/>
                </a:solidFill>
              </a:defRPr>
            </a:lvl4pPr>
            <a:lvl5pPr indent="-342900" lvl="4" marL="2286000">
              <a:spcBef>
                <a:spcPts val="0"/>
              </a:spcBef>
              <a:spcAft>
                <a:spcPts val="0"/>
              </a:spcAft>
              <a:buClr>
                <a:schemeClr val="dk1"/>
              </a:buClr>
              <a:buSzPts val="1800"/>
              <a:buChar char="○"/>
              <a:defRPr sz="1800">
                <a:solidFill>
                  <a:schemeClr val="dk1"/>
                </a:solidFill>
              </a:defRPr>
            </a:lvl5pPr>
            <a:lvl6pPr indent="-342900" lvl="5" marL="2743200">
              <a:spcBef>
                <a:spcPts val="0"/>
              </a:spcBef>
              <a:spcAft>
                <a:spcPts val="0"/>
              </a:spcAft>
              <a:buClr>
                <a:schemeClr val="dk1"/>
              </a:buClr>
              <a:buSzPts val="1800"/>
              <a:buChar char="■"/>
              <a:defRPr sz="1800">
                <a:solidFill>
                  <a:schemeClr val="dk1"/>
                </a:solidFill>
              </a:defRPr>
            </a:lvl6pPr>
            <a:lvl7pPr indent="-342900" lvl="6" marL="3200400">
              <a:spcBef>
                <a:spcPts val="0"/>
              </a:spcBef>
              <a:spcAft>
                <a:spcPts val="0"/>
              </a:spcAft>
              <a:buClr>
                <a:schemeClr val="dk1"/>
              </a:buClr>
              <a:buSzPts val="1800"/>
              <a:buChar char="●"/>
              <a:defRPr sz="1800">
                <a:solidFill>
                  <a:schemeClr val="dk1"/>
                </a:solidFill>
              </a:defRPr>
            </a:lvl7pPr>
            <a:lvl8pPr indent="-342900" lvl="7" marL="3657600">
              <a:spcBef>
                <a:spcPts val="0"/>
              </a:spcBef>
              <a:spcAft>
                <a:spcPts val="0"/>
              </a:spcAft>
              <a:buClr>
                <a:schemeClr val="dk1"/>
              </a:buClr>
              <a:buSzPts val="1800"/>
              <a:buChar char="○"/>
              <a:defRPr sz="1800">
                <a:solidFill>
                  <a:schemeClr val="dk1"/>
                </a:solidFill>
              </a:defRPr>
            </a:lvl8pPr>
            <a:lvl9pPr indent="-342900" lvl="8" marL="4114800">
              <a:spcBef>
                <a:spcPts val="0"/>
              </a:spcBef>
              <a:spcAft>
                <a:spcPts val="0"/>
              </a:spcAft>
              <a:buClr>
                <a:schemeClr val="dk1"/>
              </a:buClr>
              <a:buSzPts val="1800"/>
              <a:buChar char="■"/>
              <a:defRPr sz="1800">
                <a:solidFill>
                  <a:schemeClr val="dk1"/>
                </a:solidFill>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 name="Shape 26"/>
        <p:cNvGrpSpPr/>
        <p:nvPr/>
      </p:nvGrpSpPr>
      <p:grpSpPr>
        <a:xfrm>
          <a:off x="0" y="0"/>
          <a:ext cx="0" cy="0"/>
          <a:chOff x="0" y="0"/>
          <a:chExt cx="0" cy="0"/>
        </a:xfrm>
      </p:grpSpPr>
      <p:sp>
        <p:nvSpPr>
          <p:cNvPr id="27" name="Google Shape;27;p8"/>
          <p:cNvSpPr txBox="1"/>
          <p:nvPr>
            <p:ph type="ctrTitle"/>
          </p:nvPr>
        </p:nvSpPr>
        <p:spPr>
          <a:xfrm>
            <a:off x="685800" y="1583342"/>
            <a:ext cx="7772400" cy="1159856"/>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History of The Electronic Computer</a:t>
            </a:r>
            <a:endParaRPr/>
          </a:p>
        </p:txBody>
      </p:sp>
      <p:sp>
        <p:nvSpPr>
          <p:cNvPr id="28" name="Google Shape;28;p8"/>
          <p:cNvSpPr txBox="1"/>
          <p:nvPr>
            <p:ph idx="1" type="subTitle"/>
          </p:nvPr>
        </p:nvSpPr>
        <p:spPr>
          <a:xfrm>
            <a:off x="685800" y="2840054"/>
            <a:ext cx="7772400" cy="784738"/>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By Nadya Postolaki</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 name="Shape 32"/>
        <p:cNvGrpSpPr/>
        <p:nvPr/>
      </p:nvGrpSpPr>
      <p:grpSpPr>
        <a:xfrm>
          <a:off x="0" y="0"/>
          <a:ext cx="0" cy="0"/>
          <a:chOff x="0" y="0"/>
          <a:chExt cx="0" cy="0"/>
        </a:xfrm>
      </p:grpSpPr>
      <p:sp>
        <p:nvSpPr>
          <p:cNvPr id="33" name="Google Shape;33;p9"/>
          <p:cNvSpPr txBox="1"/>
          <p:nvPr>
            <p:ph type="title"/>
          </p:nvPr>
        </p:nvSpPr>
        <p:spPr>
          <a:xfrm>
            <a:off x="457200" y="205978"/>
            <a:ext cx="82296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First Computers</a:t>
            </a:r>
            <a:endParaRPr/>
          </a:p>
        </p:txBody>
      </p:sp>
      <p:sp>
        <p:nvSpPr>
          <p:cNvPr id="34" name="Google Shape;34;p9"/>
          <p:cNvSpPr txBox="1"/>
          <p:nvPr>
            <p:ph idx="1" type="body"/>
          </p:nvPr>
        </p:nvSpPr>
        <p:spPr>
          <a:xfrm>
            <a:off x="457200" y="1200150"/>
            <a:ext cx="8229600" cy="3725700"/>
          </a:xfrm>
          <a:prstGeom prst="rect">
            <a:avLst/>
          </a:prstGeom>
        </p:spPr>
        <p:txBody>
          <a:bodyPr anchorCtr="0" anchor="t" bIns="91425" lIns="91425" spcFirstLastPara="1" rIns="91425" wrap="square" tIns="91425">
            <a:noAutofit/>
          </a:bodyPr>
          <a:lstStyle/>
          <a:p>
            <a:pPr indent="-381000" lvl="0" marL="457200" rtl="0" algn="l">
              <a:spcBef>
                <a:spcPts val="600"/>
              </a:spcBef>
              <a:spcAft>
                <a:spcPts val="0"/>
              </a:spcAft>
              <a:buSzPts val="2400"/>
              <a:buChar char="●"/>
            </a:pPr>
            <a:r>
              <a:rPr lang="en" sz="2400"/>
              <a:t>The Colossus Mark II computer, was considered the first electronic, programmable computer ever built.</a:t>
            </a:r>
            <a:endParaRPr sz="2400"/>
          </a:p>
          <a:p>
            <a:pPr indent="-381000" lvl="0" marL="457200" rtl="0" algn="l">
              <a:spcBef>
                <a:spcPts val="0"/>
              </a:spcBef>
              <a:spcAft>
                <a:spcPts val="0"/>
              </a:spcAft>
              <a:buSzPts val="2400"/>
              <a:buChar char="●"/>
            </a:pPr>
            <a:r>
              <a:rPr lang="en" sz="2400"/>
              <a:t>Made in the United Kingdom in 1944, it was used to break German Codes during WWII.</a:t>
            </a:r>
            <a:endParaRPr sz="2400"/>
          </a:p>
          <a:p>
            <a:pPr indent="-381000" lvl="0" marL="457200" rtl="0" algn="l">
              <a:spcBef>
                <a:spcPts val="0"/>
              </a:spcBef>
              <a:spcAft>
                <a:spcPts val="0"/>
              </a:spcAft>
              <a:buSzPts val="2400"/>
              <a:buChar char="●"/>
            </a:pPr>
            <a:r>
              <a:rPr lang="en" sz="2400"/>
              <a:t>It used 2400 vacuum tubes, called thermionic valves, to make all of its calculations.</a:t>
            </a:r>
            <a:endParaRPr sz="2400"/>
          </a:p>
          <a:p>
            <a:pPr indent="-381000" lvl="0" marL="457200" rtl="0" algn="l">
              <a:spcBef>
                <a:spcPts val="0"/>
              </a:spcBef>
              <a:spcAft>
                <a:spcPts val="0"/>
              </a:spcAft>
              <a:buSzPts val="2400"/>
              <a:buChar char="●"/>
            </a:pPr>
            <a:r>
              <a:rPr lang="en" sz="2400"/>
              <a:t>Ten Colossi were in use by the end of the war.</a:t>
            </a:r>
            <a:endParaRPr sz="24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 name="Shape 38"/>
        <p:cNvGrpSpPr/>
        <p:nvPr/>
      </p:nvGrpSpPr>
      <p:grpSpPr>
        <a:xfrm>
          <a:off x="0" y="0"/>
          <a:ext cx="0" cy="0"/>
          <a:chOff x="0" y="0"/>
          <a:chExt cx="0" cy="0"/>
        </a:xfrm>
      </p:grpSpPr>
      <p:sp>
        <p:nvSpPr>
          <p:cNvPr id="39" name="Google Shape;39;p10"/>
          <p:cNvSpPr txBox="1"/>
          <p:nvPr>
            <p:ph type="title"/>
          </p:nvPr>
        </p:nvSpPr>
        <p:spPr>
          <a:xfrm>
            <a:off x="457200" y="205978"/>
            <a:ext cx="82296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More Advanced</a:t>
            </a:r>
            <a:endParaRPr/>
          </a:p>
        </p:txBody>
      </p:sp>
      <p:sp>
        <p:nvSpPr>
          <p:cNvPr id="40" name="Google Shape;40;p10"/>
          <p:cNvSpPr txBox="1"/>
          <p:nvPr>
            <p:ph idx="1" type="body"/>
          </p:nvPr>
        </p:nvSpPr>
        <p:spPr>
          <a:xfrm>
            <a:off x="457200" y="1200150"/>
            <a:ext cx="8229600" cy="3725700"/>
          </a:xfrm>
          <a:prstGeom prst="rect">
            <a:avLst/>
          </a:prstGeom>
        </p:spPr>
        <p:txBody>
          <a:bodyPr anchorCtr="0" anchor="t" bIns="91425" lIns="91425" spcFirstLastPara="1" rIns="91425" wrap="square" tIns="91425">
            <a:noAutofit/>
          </a:bodyPr>
          <a:lstStyle/>
          <a:p>
            <a:pPr indent="-342900" lvl="0" marL="457200" rtl="0" algn="l">
              <a:spcBef>
                <a:spcPts val="600"/>
              </a:spcBef>
              <a:spcAft>
                <a:spcPts val="0"/>
              </a:spcAft>
              <a:buSzPts val="1800"/>
              <a:buChar char="●"/>
            </a:pPr>
            <a:r>
              <a:rPr lang="en" sz="1800"/>
              <a:t>The ENIAC, Electronic Numerical Integrator and Computer, was produced in 1946 and was the first general-purpose electronic computer.</a:t>
            </a:r>
            <a:endParaRPr sz="1800"/>
          </a:p>
          <a:p>
            <a:pPr indent="-342900" lvl="0" marL="457200" rtl="0" algn="l">
              <a:spcBef>
                <a:spcPts val="0"/>
              </a:spcBef>
              <a:spcAft>
                <a:spcPts val="0"/>
              </a:spcAft>
              <a:buSzPts val="1800"/>
              <a:buChar char="●"/>
            </a:pPr>
            <a:r>
              <a:rPr lang="en" sz="1800"/>
              <a:t>It used 18000 vacuum tubes and was as large as some houses.</a:t>
            </a:r>
            <a:endParaRPr sz="1800"/>
          </a:p>
          <a:p>
            <a:pPr indent="0" lvl="0" marL="0" rtl="0" algn="l">
              <a:spcBef>
                <a:spcPts val="600"/>
              </a:spcBef>
              <a:spcAft>
                <a:spcPts val="0"/>
              </a:spcAft>
              <a:buNone/>
            </a:pPr>
            <a:r>
              <a:t/>
            </a:r>
            <a:endParaRPr sz="1800"/>
          </a:p>
          <a:p>
            <a:pPr indent="-342900" lvl="0" marL="457200" rtl="0" algn="l">
              <a:spcBef>
                <a:spcPts val="600"/>
              </a:spcBef>
              <a:spcAft>
                <a:spcPts val="0"/>
              </a:spcAft>
              <a:buSzPts val="1800"/>
              <a:buChar char="●"/>
            </a:pPr>
            <a:r>
              <a:rPr lang="en" sz="1800"/>
              <a:t>The Ferranti Mark I, produced in 1948, was the first commercially produced electronic computer. </a:t>
            </a:r>
            <a:endParaRPr sz="1800"/>
          </a:p>
          <a:p>
            <a:pPr indent="0" lvl="0" marL="0" rtl="0" algn="l">
              <a:spcBef>
                <a:spcPts val="600"/>
              </a:spcBef>
              <a:spcAft>
                <a:spcPts val="0"/>
              </a:spcAft>
              <a:buNone/>
            </a:pPr>
            <a:r>
              <a:t/>
            </a:r>
            <a:endParaRPr sz="1800"/>
          </a:p>
          <a:p>
            <a:pPr indent="-342900" lvl="0" marL="457200" rtl="0" algn="l">
              <a:spcBef>
                <a:spcPts val="600"/>
              </a:spcBef>
              <a:spcAft>
                <a:spcPts val="0"/>
              </a:spcAft>
              <a:buSzPts val="1800"/>
              <a:buChar char="●"/>
            </a:pPr>
            <a:r>
              <a:rPr lang="en" sz="1800"/>
              <a:t>The EDSAC, Electronic Delay Storage Automatic Calculator, made in 1949, was the first to use its own  stored programs, utilizing the von Neumann architecture.</a:t>
            </a:r>
            <a:endParaRPr sz="18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 name="Shape 44"/>
        <p:cNvGrpSpPr/>
        <p:nvPr/>
      </p:nvGrpSpPr>
      <p:grpSpPr>
        <a:xfrm>
          <a:off x="0" y="0"/>
          <a:ext cx="0" cy="0"/>
          <a:chOff x="0" y="0"/>
          <a:chExt cx="0" cy="0"/>
        </a:xfrm>
      </p:grpSpPr>
      <p:sp>
        <p:nvSpPr>
          <p:cNvPr id="45" name="Google Shape;45;p11"/>
          <p:cNvSpPr txBox="1"/>
          <p:nvPr>
            <p:ph type="title"/>
          </p:nvPr>
        </p:nvSpPr>
        <p:spPr>
          <a:xfrm>
            <a:off x="457200" y="205978"/>
            <a:ext cx="82296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UNIVAC and Innovations</a:t>
            </a:r>
            <a:endParaRPr/>
          </a:p>
        </p:txBody>
      </p:sp>
      <p:sp>
        <p:nvSpPr>
          <p:cNvPr id="46" name="Google Shape;46;p11"/>
          <p:cNvSpPr txBox="1"/>
          <p:nvPr>
            <p:ph idx="1" type="body"/>
          </p:nvPr>
        </p:nvSpPr>
        <p:spPr>
          <a:xfrm>
            <a:off x="457200" y="1200150"/>
            <a:ext cx="8229600" cy="3725700"/>
          </a:xfrm>
          <a:prstGeom prst="rect">
            <a:avLst/>
          </a:prstGeom>
        </p:spPr>
        <p:txBody>
          <a:bodyPr anchorCtr="0" anchor="t" bIns="91425" lIns="91425" spcFirstLastPara="1" rIns="91425" wrap="square" tIns="91425">
            <a:noAutofit/>
          </a:bodyPr>
          <a:lstStyle/>
          <a:p>
            <a:pPr indent="-330200" lvl="0" marL="457200" rtl="0" algn="l">
              <a:spcBef>
                <a:spcPts val="600"/>
              </a:spcBef>
              <a:spcAft>
                <a:spcPts val="0"/>
              </a:spcAft>
              <a:buSzPts val="1600"/>
              <a:buChar char="●"/>
            </a:pPr>
            <a:r>
              <a:rPr lang="en" sz="1600"/>
              <a:t>The UNIVAC, Universal Automatic Computer was later produced in 1951 and served as an updated version of the ENIAC.</a:t>
            </a:r>
            <a:endParaRPr sz="1600"/>
          </a:p>
          <a:p>
            <a:pPr indent="-330200" lvl="0" marL="457200" rtl="0" algn="l">
              <a:spcBef>
                <a:spcPts val="0"/>
              </a:spcBef>
              <a:spcAft>
                <a:spcPts val="0"/>
              </a:spcAft>
              <a:buSzPts val="1600"/>
              <a:buChar char="●"/>
            </a:pPr>
            <a:r>
              <a:rPr lang="en" sz="1600"/>
              <a:t>Data could now be input using magnetic computer tape and even later in the 50’s, by punch cards.</a:t>
            </a:r>
            <a:endParaRPr sz="1600"/>
          </a:p>
          <a:p>
            <a:pPr indent="0" lvl="0" marL="0" rtl="0" algn="l">
              <a:spcBef>
                <a:spcPts val="600"/>
              </a:spcBef>
              <a:spcAft>
                <a:spcPts val="0"/>
              </a:spcAft>
              <a:buNone/>
            </a:pPr>
            <a:r>
              <a:t/>
            </a:r>
            <a:endParaRPr sz="1600"/>
          </a:p>
          <a:p>
            <a:pPr indent="-330200" lvl="0" marL="457200" rtl="0" algn="l">
              <a:spcBef>
                <a:spcPts val="600"/>
              </a:spcBef>
              <a:spcAft>
                <a:spcPts val="0"/>
              </a:spcAft>
              <a:buSzPts val="1600"/>
              <a:buChar char="●"/>
            </a:pPr>
            <a:r>
              <a:rPr lang="en" sz="1600"/>
              <a:t>The Commodore 64 was first produced in the early 1980’s. It was known for having 64 kilobytes of RAM, Random Access Memory.</a:t>
            </a:r>
            <a:endParaRPr sz="1600"/>
          </a:p>
          <a:p>
            <a:pPr indent="0" lvl="0" marL="0" rtl="0" algn="l">
              <a:spcBef>
                <a:spcPts val="600"/>
              </a:spcBef>
              <a:spcAft>
                <a:spcPts val="0"/>
              </a:spcAft>
              <a:buNone/>
            </a:pPr>
            <a:r>
              <a:t/>
            </a:r>
            <a:endParaRPr sz="1600"/>
          </a:p>
          <a:p>
            <a:pPr indent="-330200" lvl="0" marL="457200" rtl="0" algn="l">
              <a:spcBef>
                <a:spcPts val="600"/>
              </a:spcBef>
              <a:spcAft>
                <a:spcPts val="0"/>
              </a:spcAft>
              <a:buSzPts val="1600"/>
              <a:buChar char="●"/>
            </a:pPr>
            <a:r>
              <a:rPr lang="en" sz="1600"/>
              <a:t>Innovations that changed computerization included the inventions of the transistor (1953), the integrated circuit (1959), the floppy disk (1970), the first microprocessor, Intel’s 4004 (1971), and the Apple I personal computer in 1976.</a:t>
            </a:r>
            <a:endParaRPr sz="1600"/>
          </a:p>
          <a:p>
            <a:pPr indent="-330200" lvl="0" marL="457200" rtl="0" algn="l">
              <a:spcBef>
                <a:spcPts val="0"/>
              </a:spcBef>
              <a:spcAft>
                <a:spcPts val="0"/>
              </a:spcAft>
              <a:buSzPts val="1600"/>
              <a:buChar char="●"/>
            </a:pPr>
            <a:r>
              <a:rPr lang="en" sz="1600"/>
              <a:t>Funfact: The Apple I is now a collectors item.</a:t>
            </a:r>
            <a:endParaRPr sz="16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
        <p:nvSpPr>
          <p:cNvPr id="51" name="Google Shape;51;p12"/>
          <p:cNvSpPr txBox="1"/>
          <p:nvPr>
            <p:ph type="title"/>
          </p:nvPr>
        </p:nvSpPr>
        <p:spPr>
          <a:xfrm>
            <a:off x="457200" y="205978"/>
            <a:ext cx="82296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Upgrades</a:t>
            </a:r>
            <a:endParaRPr/>
          </a:p>
        </p:txBody>
      </p:sp>
      <p:sp>
        <p:nvSpPr>
          <p:cNvPr id="52" name="Google Shape;52;p12"/>
          <p:cNvSpPr txBox="1"/>
          <p:nvPr>
            <p:ph idx="1" type="body"/>
          </p:nvPr>
        </p:nvSpPr>
        <p:spPr>
          <a:xfrm>
            <a:off x="457200" y="1200150"/>
            <a:ext cx="8229600" cy="3725700"/>
          </a:xfrm>
          <a:prstGeom prst="rect">
            <a:avLst/>
          </a:prstGeom>
        </p:spPr>
        <p:txBody>
          <a:bodyPr anchorCtr="0" anchor="t" bIns="91425" lIns="91425" spcFirstLastPara="1" rIns="91425" wrap="square" tIns="91425">
            <a:noAutofit/>
          </a:bodyPr>
          <a:lstStyle/>
          <a:p>
            <a:pPr indent="-381000" lvl="0" marL="457200" rtl="0" algn="l">
              <a:spcBef>
                <a:spcPts val="600"/>
              </a:spcBef>
              <a:spcAft>
                <a:spcPts val="0"/>
              </a:spcAft>
              <a:buSzPts val="2400"/>
              <a:buChar char="●"/>
            </a:pPr>
            <a:r>
              <a:rPr lang="en" sz="2400"/>
              <a:t>In 1984, Apple Inc built the Macintosh, the first PC produced with Graphic User rather than command line interface, using images instead of words.</a:t>
            </a:r>
            <a:endParaRPr sz="2400"/>
          </a:p>
          <a:p>
            <a:pPr indent="-381000" lvl="0" marL="457200" rtl="0" algn="l">
              <a:spcBef>
                <a:spcPts val="0"/>
              </a:spcBef>
              <a:spcAft>
                <a:spcPts val="0"/>
              </a:spcAft>
              <a:buSzPts val="2400"/>
              <a:buChar char="●"/>
            </a:pPr>
            <a:r>
              <a:rPr lang="en" sz="2400"/>
              <a:t>It utilized a mouse, a pointing device thats revolutionized “picking and choosing.”</a:t>
            </a:r>
            <a:endParaRPr sz="2400"/>
          </a:p>
          <a:p>
            <a:pPr indent="-381000" lvl="0" marL="457200" rtl="0" algn="l">
              <a:spcBef>
                <a:spcPts val="0"/>
              </a:spcBef>
              <a:spcAft>
                <a:spcPts val="0"/>
              </a:spcAft>
              <a:buSzPts val="2400"/>
              <a:buChar char="●"/>
            </a:pPr>
            <a:r>
              <a:rPr lang="en" sz="2400"/>
              <a:t>It had little memory, no hard drive, and could not be easily expanded.</a:t>
            </a:r>
            <a:endParaRPr sz="2400"/>
          </a:p>
          <a:p>
            <a:pPr indent="-381000" lvl="0" marL="457200" rtl="0" algn="l">
              <a:spcBef>
                <a:spcPts val="0"/>
              </a:spcBef>
              <a:spcAft>
                <a:spcPts val="0"/>
              </a:spcAft>
              <a:buSzPts val="2400"/>
              <a:buChar char="●"/>
            </a:pPr>
            <a:r>
              <a:rPr lang="en" sz="2400"/>
              <a:t>Modified until 1986, Macintosh Plus, which operated at eight megaherts and cost about $2600.</a:t>
            </a:r>
            <a:endParaRPr sz="24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p13"/>
          <p:cNvSpPr txBox="1"/>
          <p:nvPr>
            <p:ph type="title"/>
          </p:nvPr>
        </p:nvSpPr>
        <p:spPr>
          <a:xfrm>
            <a:off x="457200" y="205978"/>
            <a:ext cx="82296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Growing Companies</a:t>
            </a:r>
            <a:endParaRPr/>
          </a:p>
        </p:txBody>
      </p:sp>
      <p:sp>
        <p:nvSpPr>
          <p:cNvPr id="58" name="Google Shape;58;p13"/>
          <p:cNvSpPr txBox="1"/>
          <p:nvPr>
            <p:ph idx="1" type="body"/>
          </p:nvPr>
        </p:nvSpPr>
        <p:spPr>
          <a:xfrm>
            <a:off x="457200" y="1200150"/>
            <a:ext cx="8229600" cy="3725700"/>
          </a:xfrm>
          <a:prstGeom prst="rect">
            <a:avLst/>
          </a:prstGeom>
        </p:spPr>
        <p:txBody>
          <a:bodyPr anchorCtr="0" anchor="t" bIns="91425" lIns="91425" spcFirstLastPara="1" rIns="91425" wrap="square" tIns="91425">
            <a:noAutofit/>
          </a:bodyPr>
          <a:lstStyle/>
          <a:p>
            <a:pPr indent="-355600" lvl="0" marL="457200" rtl="0" algn="l">
              <a:spcBef>
                <a:spcPts val="600"/>
              </a:spcBef>
              <a:spcAft>
                <a:spcPts val="0"/>
              </a:spcAft>
              <a:buSzPts val="2000"/>
              <a:buChar char="●"/>
            </a:pPr>
            <a:r>
              <a:rPr lang="en" sz="2000"/>
              <a:t>1989, Intel’s 486 microprocessor was the first “chip” to use more than one million transistors.</a:t>
            </a:r>
            <a:endParaRPr sz="2000"/>
          </a:p>
          <a:p>
            <a:pPr indent="-355600" lvl="0" marL="457200" rtl="0" algn="l">
              <a:spcBef>
                <a:spcPts val="0"/>
              </a:spcBef>
              <a:spcAft>
                <a:spcPts val="0"/>
              </a:spcAft>
              <a:buSzPts val="2000"/>
              <a:buChar char="●"/>
            </a:pPr>
            <a:r>
              <a:rPr lang="en" sz="2000"/>
              <a:t>It ran at 50 megahertz, had an on-chip SRAM cache, and could execute 40 million instructions per second.</a:t>
            </a:r>
            <a:endParaRPr sz="2000"/>
          </a:p>
          <a:p>
            <a:pPr indent="0" lvl="0" marL="0" rtl="0" algn="l">
              <a:spcBef>
                <a:spcPts val="600"/>
              </a:spcBef>
              <a:spcAft>
                <a:spcPts val="0"/>
              </a:spcAft>
              <a:buNone/>
            </a:pPr>
            <a:r>
              <a:t/>
            </a:r>
            <a:endParaRPr sz="2000"/>
          </a:p>
          <a:p>
            <a:pPr indent="-355600" lvl="0" marL="457200" rtl="0" algn="l">
              <a:spcBef>
                <a:spcPts val="600"/>
              </a:spcBef>
              <a:spcAft>
                <a:spcPts val="0"/>
              </a:spcAft>
              <a:buSzPts val="2000"/>
              <a:buChar char="●"/>
            </a:pPr>
            <a:r>
              <a:rPr lang="en" sz="2000"/>
              <a:t>In the late 1980’s to early 1900’s, PCs using Microsoft Windows 3.0 operating system began dominating the computer market.</a:t>
            </a:r>
            <a:endParaRPr sz="2000"/>
          </a:p>
          <a:p>
            <a:pPr indent="-355600" lvl="0" marL="457200" rtl="0" algn="l">
              <a:spcBef>
                <a:spcPts val="0"/>
              </a:spcBef>
              <a:spcAft>
                <a:spcPts val="0"/>
              </a:spcAft>
              <a:buSzPts val="2000"/>
              <a:buChar char="●"/>
            </a:pPr>
            <a:r>
              <a:rPr lang="en" sz="2000"/>
              <a:t>1983 Microsoft Office Word was introduced, dramatically expanding the use of word processing at home and in business.</a:t>
            </a:r>
            <a:endParaRPr sz="2000"/>
          </a:p>
          <a:p>
            <a:pPr indent="-355600" lvl="0" marL="457200" rtl="0" algn="l">
              <a:spcBef>
                <a:spcPts val="0"/>
              </a:spcBef>
              <a:spcAft>
                <a:spcPts val="0"/>
              </a:spcAft>
              <a:buSzPts val="2000"/>
              <a:buChar char="●"/>
            </a:pPr>
            <a:r>
              <a:rPr lang="en" sz="2000"/>
              <a:t>1985 Microsoft Excel was introduced.</a:t>
            </a:r>
            <a:endParaRPr sz="20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4"/>
          <p:cNvSpPr txBox="1"/>
          <p:nvPr>
            <p:ph type="title"/>
          </p:nvPr>
        </p:nvSpPr>
        <p:spPr>
          <a:xfrm>
            <a:off x="457200" y="205978"/>
            <a:ext cx="82296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14"/>
          <p:cNvSpPr txBox="1"/>
          <p:nvPr>
            <p:ph idx="1" type="body"/>
          </p:nvPr>
        </p:nvSpPr>
        <p:spPr>
          <a:xfrm>
            <a:off x="457200" y="1200150"/>
            <a:ext cx="8229600" cy="37257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txBox="1"/>
          <p:nvPr>
            <p:ph type="title"/>
          </p:nvPr>
        </p:nvSpPr>
        <p:spPr>
          <a:xfrm>
            <a:off x="457200" y="205978"/>
            <a:ext cx="82296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Cray- 1 Supercomputer</a:t>
            </a:r>
            <a:endParaRPr/>
          </a:p>
        </p:txBody>
      </p:sp>
      <p:sp>
        <p:nvSpPr>
          <p:cNvPr id="70" name="Google Shape;70;p15"/>
          <p:cNvSpPr txBox="1"/>
          <p:nvPr>
            <p:ph idx="1" type="body"/>
          </p:nvPr>
        </p:nvSpPr>
        <p:spPr>
          <a:xfrm>
            <a:off x="457200" y="1200150"/>
            <a:ext cx="8229600" cy="3725700"/>
          </a:xfrm>
          <a:prstGeom prst="rect">
            <a:avLst/>
          </a:prstGeom>
        </p:spPr>
        <p:txBody>
          <a:bodyPr anchorCtr="0" anchor="t" bIns="91425" lIns="91425" spcFirstLastPara="1" rIns="91425" wrap="square" tIns="91425">
            <a:noAutofit/>
          </a:bodyPr>
          <a:lstStyle/>
          <a:p>
            <a:pPr indent="-342900" lvl="0" marL="457200" rtl="0" algn="l">
              <a:spcBef>
                <a:spcPts val="600"/>
              </a:spcBef>
              <a:spcAft>
                <a:spcPts val="0"/>
              </a:spcAft>
              <a:buSzPts val="1800"/>
              <a:buChar char="●"/>
            </a:pPr>
            <a:r>
              <a:rPr lang="en" sz="1800"/>
              <a:t>Fastest computer in the world at the time (1971) and sold for well over $8.8 million.</a:t>
            </a:r>
            <a:endParaRPr sz="1800"/>
          </a:p>
          <a:p>
            <a:pPr indent="-342900" lvl="0" marL="457200" rtl="0" algn="l">
              <a:spcBef>
                <a:spcPts val="0"/>
              </a:spcBef>
              <a:spcAft>
                <a:spcPts val="0"/>
              </a:spcAft>
              <a:buSzPts val="1800"/>
              <a:buChar char="●"/>
            </a:pPr>
            <a:r>
              <a:rPr lang="en" sz="1800"/>
              <a:t>It boasted a world-record speed of 160 million floating-point operations per second (160 megaflops) and an 8 megabyte (1 million word) main memory. </a:t>
            </a:r>
            <a:endParaRPr sz="1800"/>
          </a:p>
          <a:p>
            <a:pPr indent="-342900" lvl="0" marL="457200" rtl="0" algn="l">
              <a:spcBef>
                <a:spcPts val="0"/>
              </a:spcBef>
              <a:spcAft>
                <a:spcPts val="0"/>
              </a:spcAft>
              <a:buSzPts val="1800"/>
              <a:buChar char="●"/>
            </a:pPr>
            <a:r>
              <a:rPr lang="en" sz="1800"/>
              <a:t>The Cray-1's architecture reflected its designer's penchant for bridging technical hurdles with revolutionary ideas. In order to increase the speed of this system, the Cray-1 had a unique "C" shape which enabled integrated circuits to be closer together. No wire in the system was more than four feet long. To handle the intense heat generated by the computer, Cray developed an innovative refrigeration system using Freon. </a:t>
            </a:r>
            <a:endParaRPr sz="18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457200" y="205978"/>
            <a:ext cx="82296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6"/>
          <p:cNvSpPr txBox="1"/>
          <p:nvPr>
            <p:ph idx="1" type="body"/>
          </p:nvPr>
        </p:nvSpPr>
        <p:spPr>
          <a:xfrm>
            <a:off x="457200" y="1200150"/>
            <a:ext cx="8229600" cy="37257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http://www.cray.com/About/History.aspx</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